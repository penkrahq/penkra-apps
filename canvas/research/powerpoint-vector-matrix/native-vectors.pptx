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6035040"/>
  <p:notesSz cx="603504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quare-hole-evenodd"/>
          <p:cNvSpPr/>
          <p:nvPr/>
        </p:nvSpPr>
        <p:spPr>
          <a:xfrm>
            <a:off x="182880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  <a:moveTo>
                  <a:pt x="75000" y="25000"/>
                </a:moveTo>
                <a:lnTo>
                  <a:pt x="25000" y="25000"/>
                </a:lnTo>
                <a:lnTo>
                  <a:pt x="25000" y="75000"/>
                </a:lnTo>
                <a:lnTo>
                  <a:pt x="75000" y="75000"/>
                </a:lnTo>
                <a:lnTo>
                  <a:pt x="75000" y="25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urved-hole-evenodd"/>
          <p:cNvSpPr/>
          <p:nvPr/>
        </p:nvSpPr>
        <p:spPr>
          <a:xfrm>
            <a:off x="1792224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100000"/>
                </a:moveTo>
                <a:lnTo>
                  <a:pt x="50000" y="100000"/>
                </a:lnTo>
                <a:cubicBezTo>
                  <a:pt x="-16000" y="100000"/>
                  <a:pt x="-16000" y="0"/>
                  <a:pt x="50000" y="0"/>
                </a:cubicBezTo>
                <a:cubicBezTo>
                  <a:pt x="116000" y="0"/>
                  <a:pt x="116000" y="100000"/>
                  <a:pt x="50000" y="100000"/>
                </a:cubicBezTo>
                <a:close/>
                <a:moveTo>
                  <a:pt x="50000" y="75000"/>
                </a:moveTo>
                <a:cubicBezTo>
                  <a:pt x="83000" y="75000"/>
                  <a:pt x="83000" y="25000"/>
                  <a:pt x="50000" y="25000"/>
                </a:cubicBezTo>
                <a:cubicBezTo>
                  <a:pt x="17000" y="25000"/>
                  <a:pt x="17000" y="75000"/>
                  <a:pt x="50000" y="75000"/>
                </a:cubicBezTo>
                <a:close/>
              </a:path>
              <a:path w="100000" h="100000" fill="none">
                <a:moveTo>
                  <a:pt x="50000" y="0"/>
                </a:moveTo>
                <a:cubicBezTo>
                  <a:pt x="116000" y="0"/>
                  <a:pt x="116000" y="100000"/>
                  <a:pt x="50000" y="100000"/>
                </a:cubicBezTo>
                <a:cubicBezTo>
                  <a:pt x="-16000" y="100000"/>
                  <a:pt x="-16000" y="0"/>
                  <a:pt x="50000" y="0"/>
                </a:cubicBezTo>
                <a:close/>
                <a:moveTo>
                  <a:pt x="50000" y="25000"/>
                </a:moveTo>
                <a:cubicBezTo>
                  <a:pt x="83000" y="25000"/>
                  <a:pt x="83000" y="75000"/>
                  <a:pt x="50000" y="75000"/>
                </a:cubicBezTo>
                <a:cubicBezTo>
                  <a:pt x="17000" y="75000"/>
                  <a:pt x="17000" y="25000"/>
                  <a:pt x="50000" y="25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rossing-evenodd"/>
          <p:cNvSpPr/>
          <p:nvPr/>
        </p:nvSpPr>
        <p:spPr>
          <a:xfrm>
            <a:off x="3401568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50000"/>
                </a:moveTo>
                <a:lnTo>
                  <a:pt x="0" y="0"/>
                </a:lnTo>
                <a:lnTo>
                  <a:pt x="100000" y="0"/>
                </a:lnTo>
                <a:lnTo>
                  <a:pt x="50000" y="50000"/>
                </a:lnTo>
                <a:close/>
                <a:moveTo>
                  <a:pt x="100000" y="100000"/>
                </a:moveTo>
                <a:lnTo>
                  <a:pt x="100000" y="100000"/>
                </a:lnTo>
                <a:lnTo>
                  <a:pt x="0" y="100000"/>
                </a:lnTo>
                <a:lnTo>
                  <a:pt x="50000" y="50000"/>
                </a:lnTo>
                <a:lnTo>
                  <a:pt x="100000" y="10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100000" y="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polygon-evenodd"/>
          <p:cNvSpPr/>
          <p:nvPr/>
        </p:nvSpPr>
        <p:spPr>
          <a:xfrm>
            <a:off x="5010912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lnTo>
                  <a:pt x="50000" y="0"/>
                </a:lnTo>
                <a:close/>
              </a:path>
              <a:path w="100000" h="100000" fill="none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overlap-evenodd"/>
          <p:cNvSpPr/>
          <p:nvPr/>
        </p:nvSpPr>
        <p:spPr>
          <a:xfrm>
            <a:off x="6620256" y="182880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70000" y="0"/>
                </a:moveTo>
                <a:lnTo>
                  <a:pt x="70000" y="0"/>
                </a:lnTo>
                <a:lnTo>
                  <a:pt x="70000" y="30000"/>
                </a:ln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lnTo>
                  <a:pt x="30000" y="70000"/>
                </a:lnTo>
                <a:lnTo>
                  <a:pt x="0" y="70000"/>
                </a:lnTo>
                <a:lnTo>
                  <a:pt x="0" y="0"/>
                </a:lnTo>
                <a:lnTo>
                  <a:pt x="70000" y="0"/>
                </a:lnTo>
                <a:close/>
                <a:moveTo>
                  <a:pt x="70000" y="70000"/>
                </a:move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lnTo>
                  <a:pt x="70000" y="70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70000" y="0"/>
                </a:lnTo>
                <a:lnTo>
                  <a:pt x="70000" y="70000"/>
                </a:lnTo>
                <a:lnTo>
                  <a:pt x="0" y="70000"/>
                </a:lnTo>
                <a:close/>
                <a:moveTo>
                  <a:pt x="30000" y="30000"/>
                </a:move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quadratic-evenodd"/>
          <p:cNvSpPr/>
          <p:nvPr/>
        </p:nvSpPr>
        <p:spPr>
          <a:xfrm>
            <a:off x="182880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25000" y="15000"/>
                </a:moveTo>
                <a:lnTo>
                  <a:pt x="25000" y="15000"/>
                </a:lnTo>
                <a:cubicBezTo>
                  <a:pt x="33333" y="15000"/>
                  <a:pt x="41667" y="26667"/>
                  <a:pt x="50000" y="50000"/>
                </a:cubicBezTo>
                <a:cubicBezTo>
                  <a:pt x="58333" y="73333"/>
                  <a:pt x="66667" y="85000"/>
                  <a:pt x="75000" y="85000"/>
                </a:cubicBezTo>
                <a:cubicBezTo>
                  <a:pt x="83333" y="85000"/>
                  <a:pt x="91667" y="73333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50000"/>
                </a:lnTo>
                <a:cubicBezTo>
                  <a:pt x="8333" y="26667"/>
                  <a:pt x="16667" y="15000"/>
                  <a:pt x="25000" y="15000"/>
                </a:cubicBezTo>
                <a:close/>
              </a:path>
              <a:path w="100000" h="100000" fill="none">
                <a:moveTo>
                  <a:pt x="0" y="50000"/>
                </a:moveTo>
                <a:cubicBezTo>
                  <a:pt x="16667" y="3333"/>
                  <a:pt x="33333" y="3333"/>
                  <a:pt x="50000" y="50000"/>
                </a:cubicBezTo>
                <a:cubicBezTo>
                  <a:pt x="66667" y="96667"/>
                  <a:pt x="83333" y="96667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arc-evenodd"/>
          <p:cNvSpPr/>
          <p:nvPr/>
        </p:nvSpPr>
        <p:spPr>
          <a:xfrm>
            <a:off x="1792224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3623" y="25872"/>
                </a:moveTo>
                <a:lnTo>
                  <a:pt x="13623" y="25872"/>
                </a:lnTo>
                <a:cubicBezTo>
                  <a:pt x="13961" y="25413"/>
                  <a:pt x="14314" y="24965"/>
                  <a:pt x="14684" y="24528"/>
                </a:cubicBezTo>
                <a:cubicBezTo>
                  <a:pt x="15054" y="24091"/>
                  <a:pt x="15440" y="23665"/>
                  <a:pt x="15841" y="23252"/>
                </a:cubicBezTo>
                <a:cubicBezTo>
                  <a:pt x="16242" y="22839"/>
                  <a:pt x="16658" y="22437"/>
                  <a:pt x="17089" y="22049"/>
                </a:cubicBezTo>
                <a:cubicBezTo>
                  <a:pt x="17521" y="21660"/>
                  <a:pt x="17967" y="21284"/>
                  <a:pt x="18427" y="20921"/>
                </a:cubicBezTo>
                <a:cubicBezTo>
                  <a:pt x="18888" y="20558"/>
                  <a:pt x="19362" y="20208"/>
                  <a:pt x="19850" y="19872"/>
                </a:cubicBezTo>
                <a:cubicBezTo>
                  <a:pt x="20339" y="19535"/>
                  <a:pt x="20840" y="19213"/>
                  <a:pt x="21355" y="18904"/>
                </a:cubicBezTo>
                <a:cubicBezTo>
                  <a:pt x="21870" y="18595"/>
                  <a:pt x="22397" y="18301"/>
                  <a:pt x="22937" y="18021"/>
                </a:cubicBezTo>
                <a:cubicBezTo>
                  <a:pt x="23477" y="17740"/>
                  <a:pt x="24029" y="17475"/>
                  <a:pt x="24592" y="17223"/>
                </a:cubicBezTo>
                <a:cubicBezTo>
                  <a:pt x="25156" y="16972"/>
                  <a:pt x="25731" y="16736"/>
                  <a:pt x="26316" y="16515"/>
                </a:cubicBezTo>
                <a:cubicBezTo>
                  <a:pt x="26902" y="16294"/>
                  <a:pt x="27498" y="16088"/>
                  <a:pt x="28104" y="15897"/>
                </a:cubicBezTo>
                <a:cubicBezTo>
                  <a:pt x="28711" y="15706"/>
                  <a:pt x="29327" y="15531"/>
                  <a:pt x="29952" y="15371"/>
                </a:cubicBezTo>
                <a:cubicBezTo>
                  <a:pt x="30577" y="15212"/>
                  <a:pt x="31211" y="15068"/>
                  <a:pt x="31853" y="14939"/>
                </a:cubicBezTo>
                <a:cubicBezTo>
                  <a:pt x="32496" y="14811"/>
                  <a:pt x="33146" y="14698"/>
                  <a:pt x="33804" y="14602"/>
                </a:cubicBezTo>
                <a:cubicBezTo>
                  <a:pt x="34462" y="14505"/>
                  <a:pt x="35126" y="14425"/>
                  <a:pt x="35798" y="14360"/>
                </a:cubicBezTo>
                <a:cubicBezTo>
                  <a:pt x="36470" y="14296"/>
                  <a:pt x="37147" y="14247"/>
                  <a:pt x="37831" y="14215"/>
                </a:cubicBezTo>
                <a:cubicBezTo>
                  <a:pt x="38514" y="14183"/>
                  <a:pt x="39203" y="14167"/>
                  <a:pt x="39896" y="14167"/>
                </a:cubicBezTo>
                <a:cubicBezTo>
                  <a:pt x="40551" y="14167"/>
                  <a:pt x="41209" y="14181"/>
                  <a:pt x="41871" y="14210"/>
                </a:cubicBezTo>
                <a:cubicBezTo>
                  <a:pt x="42533" y="14239"/>
                  <a:pt x="43198" y="14282"/>
                  <a:pt x="43866" y="14339"/>
                </a:cubicBezTo>
                <a:cubicBezTo>
                  <a:pt x="44533" y="14397"/>
                  <a:pt x="45203" y="14468"/>
                  <a:pt x="45875" y="14555"/>
                </a:cubicBezTo>
                <a:cubicBezTo>
                  <a:pt x="46547" y="14641"/>
                  <a:pt x="47220" y="14741"/>
                  <a:pt x="47894" y="14855"/>
                </a:cubicBezTo>
                <a:cubicBezTo>
                  <a:pt x="48568" y="14970"/>
                  <a:pt x="49243" y="15098"/>
                  <a:pt x="49918" y="15241"/>
                </a:cubicBezTo>
                <a:cubicBezTo>
                  <a:pt x="50594" y="15383"/>
                  <a:pt x="51268" y="15539"/>
                  <a:pt x="51943" y="15710"/>
                </a:cubicBezTo>
                <a:cubicBezTo>
                  <a:pt x="52617" y="15880"/>
                  <a:pt x="53290" y="16064"/>
                  <a:pt x="53963" y="16261"/>
                </a:cubicBezTo>
                <a:cubicBezTo>
                  <a:pt x="54635" y="16459"/>
                  <a:pt x="55305" y="16670"/>
                  <a:pt x="55973" y="16894"/>
                </a:cubicBezTo>
                <a:cubicBezTo>
                  <a:pt x="56641" y="17119"/>
                  <a:pt x="57306" y="17356"/>
                  <a:pt x="57969" y="17607"/>
                </a:cubicBezTo>
                <a:cubicBezTo>
                  <a:pt x="58631" y="17858"/>
                  <a:pt x="59290" y="18121"/>
                  <a:pt x="59945" y="18398"/>
                </a:cubicBezTo>
                <a:cubicBezTo>
                  <a:pt x="60601" y="18674"/>
                  <a:pt x="61251" y="18963"/>
                  <a:pt x="61898" y="19265"/>
                </a:cubicBezTo>
                <a:cubicBezTo>
                  <a:pt x="62544" y="19566"/>
                  <a:pt x="63186" y="19880"/>
                  <a:pt x="63822" y="20206"/>
                </a:cubicBezTo>
                <a:cubicBezTo>
                  <a:pt x="64458" y="20531"/>
                  <a:pt x="65088" y="20869"/>
                  <a:pt x="65713" y="21218"/>
                </a:cubicBezTo>
                <a:cubicBezTo>
                  <a:pt x="66337" y="21568"/>
                  <a:pt x="66955" y="21928"/>
                  <a:pt x="67566" y="22300"/>
                </a:cubicBezTo>
                <a:cubicBezTo>
                  <a:pt x="68176" y="22672"/>
                  <a:pt x="68780" y="23055"/>
                  <a:pt x="69376" y="23449"/>
                </a:cubicBezTo>
                <a:cubicBezTo>
                  <a:pt x="69972" y="23843"/>
                  <a:pt x="70560" y="24247"/>
                  <a:pt x="71140" y="24662"/>
                </a:cubicBezTo>
                <a:cubicBezTo>
                  <a:pt x="71720" y="25077"/>
                  <a:pt x="72291" y="25501"/>
                  <a:pt x="72853" y="25936"/>
                </a:cubicBezTo>
                <a:cubicBezTo>
                  <a:pt x="73415" y="26370"/>
                  <a:pt x="73968" y="26814"/>
                  <a:pt x="74511" y="27268"/>
                </a:cubicBezTo>
                <a:cubicBezTo>
                  <a:pt x="75054" y="27721"/>
                  <a:pt x="75587" y="28183"/>
                  <a:pt x="76110" y="28654"/>
                </a:cubicBezTo>
                <a:cubicBezTo>
                  <a:pt x="76632" y="29125"/>
                  <a:pt x="77144" y="29604"/>
                  <a:pt x="77646" y="30092"/>
                </a:cubicBezTo>
                <a:cubicBezTo>
                  <a:pt x="78147" y="30580"/>
                  <a:pt x="78636" y="31075"/>
                  <a:pt x="79115" y="31578"/>
                </a:cubicBezTo>
                <a:cubicBezTo>
                  <a:pt x="79593" y="32081"/>
                  <a:pt x="80060" y="32591"/>
                  <a:pt x="80514" y="33108"/>
                </a:cubicBezTo>
                <a:cubicBezTo>
                  <a:pt x="80968" y="33625"/>
                  <a:pt x="81410" y="34149"/>
                  <a:pt x="81840" y="34679"/>
                </a:cubicBezTo>
                <a:cubicBezTo>
                  <a:pt x="82269" y="35209"/>
                  <a:pt x="82685" y="35745"/>
                  <a:pt x="83089" y="36287"/>
                </a:cubicBezTo>
                <a:cubicBezTo>
                  <a:pt x="83492" y="36829"/>
                  <a:pt x="83882" y="37376"/>
                  <a:pt x="84258" y="37928"/>
                </a:cubicBezTo>
                <a:cubicBezTo>
                  <a:pt x="84634" y="38480"/>
                  <a:pt x="84996" y="39037"/>
                  <a:pt x="85345" y="39598"/>
                </a:cubicBezTo>
                <a:cubicBezTo>
                  <a:pt x="85693" y="40159"/>
                  <a:pt x="86027" y="40724"/>
                  <a:pt x="86346" y="41293"/>
                </a:cubicBezTo>
                <a:cubicBezTo>
                  <a:pt x="86666" y="41862"/>
                  <a:pt x="86970" y="42434"/>
                  <a:pt x="87260" y="43009"/>
                </a:cubicBezTo>
                <a:cubicBezTo>
                  <a:pt x="87550" y="43584"/>
                  <a:pt x="87825" y="44162"/>
                  <a:pt x="88085" y="44742"/>
                </a:cubicBezTo>
                <a:cubicBezTo>
                  <a:pt x="88344" y="45322"/>
                  <a:pt x="88588" y="45904"/>
                  <a:pt x="88817" y="46488"/>
                </a:cubicBezTo>
                <a:cubicBezTo>
                  <a:pt x="89046" y="47071"/>
                  <a:pt x="89259" y="47656"/>
                  <a:pt x="89456" y="48242"/>
                </a:cubicBezTo>
                <a:cubicBezTo>
                  <a:pt x="89653" y="48827"/>
                  <a:pt x="89835" y="49414"/>
                  <a:pt x="90000" y="50000"/>
                </a:cubicBezTo>
                <a:cubicBezTo>
                  <a:pt x="90156" y="50552"/>
                  <a:pt x="90297" y="51103"/>
                  <a:pt x="90424" y="51654"/>
                </a:cubicBezTo>
                <a:cubicBezTo>
                  <a:pt x="90551" y="52205"/>
                  <a:pt x="90663" y="52755"/>
                  <a:pt x="90761" y="53304"/>
                </a:cubicBezTo>
                <a:cubicBezTo>
                  <a:pt x="90859" y="53853"/>
                  <a:pt x="90943" y="54401"/>
                  <a:pt x="91012" y="54947"/>
                </a:cubicBezTo>
                <a:cubicBezTo>
                  <a:pt x="91081" y="55494"/>
                  <a:pt x="91135" y="56038"/>
                  <a:pt x="91175" y="56580"/>
                </a:cubicBezTo>
                <a:cubicBezTo>
                  <a:pt x="91215" y="57122"/>
                  <a:pt x="91240" y="57662"/>
                  <a:pt x="91251" y="58199"/>
                </a:cubicBezTo>
                <a:cubicBezTo>
                  <a:pt x="91261" y="58736"/>
                  <a:pt x="91257" y="59269"/>
                  <a:pt x="91238" y="59800"/>
                </a:cubicBezTo>
                <a:cubicBezTo>
                  <a:pt x="91219" y="60330"/>
                  <a:pt x="91186" y="60857"/>
                  <a:pt x="91138" y="61380"/>
                </a:cubicBezTo>
                <a:cubicBezTo>
                  <a:pt x="91090" y="61903"/>
                  <a:pt x="91027" y="62422"/>
                  <a:pt x="90950" y="62936"/>
                </a:cubicBezTo>
                <a:cubicBezTo>
                  <a:pt x="90873" y="63451"/>
                  <a:pt x="90781" y="63960"/>
                  <a:pt x="90675" y="64465"/>
                </a:cubicBezTo>
                <a:cubicBezTo>
                  <a:pt x="90568" y="64969"/>
                  <a:pt x="90448" y="65469"/>
                  <a:pt x="90313" y="65962"/>
                </a:cubicBezTo>
                <a:cubicBezTo>
                  <a:pt x="90178" y="66456"/>
                  <a:pt x="90028" y="66944"/>
                  <a:pt x="89865" y="67426"/>
                </a:cubicBezTo>
                <a:cubicBezTo>
                  <a:pt x="89701" y="67908"/>
                  <a:pt x="89524" y="68384"/>
                  <a:pt x="89332" y="68853"/>
                </a:cubicBezTo>
                <a:cubicBezTo>
                  <a:pt x="89140" y="69322"/>
                  <a:pt x="88935" y="69784"/>
                  <a:pt x="88716" y="70239"/>
                </a:cubicBezTo>
                <a:cubicBezTo>
                  <a:pt x="88496" y="70694"/>
                  <a:pt x="88263" y="71142"/>
                  <a:pt x="88016" y="71582"/>
                </a:cubicBezTo>
                <a:cubicBezTo>
                  <a:pt x="87770" y="72022"/>
                  <a:pt x="87510" y="72455"/>
                  <a:pt x="87236" y="72879"/>
                </a:cubicBezTo>
                <a:cubicBezTo>
                  <a:pt x="86963" y="73304"/>
                  <a:pt x="86676" y="73720"/>
                  <a:pt x="86377" y="74128"/>
                </a:cubicBezTo>
                <a:cubicBezTo>
                  <a:pt x="86039" y="74587"/>
                  <a:pt x="85686" y="75035"/>
                  <a:pt x="85316" y="75472"/>
                </a:cubicBezTo>
                <a:cubicBezTo>
                  <a:pt x="84946" y="75909"/>
                  <a:pt x="84560" y="76335"/>
                  <a:pt x="84159" y="76748"/>
                </a:cubicBezTo>
                <a:cubicBezTo>
                  <a:pt x="83758" y="77161"/>
                  <a:pt x="83342" y="77563"/>
                  <a:pt x="82911" y="77951"/>
                </a:cubicBezTo>
                <a:cubicBezTo>
                  <a:pt x="82479" y="78340"/>
                  <a:pt x="82033" y="78716"/>
                  <a:pt x="81573" y="79079"/>
                </a:cubicBezTo>
                <a:cubicBezTo>
                  <a:pt x="81112" y="79442"/>
                  <a:pt x="80638" y="79792"/>
                  <a:pt x="80150" y="80128"/>
                </a:cubicBezTo>
                <a:cubicBezTo>
                  <a:pt x="79661" y="80465"/>
                  <a:pt x="79160" y="80787"/>
                  <a:pt x="78645" y="81096"/>
                </a:cubicBezTo>
                <a:cubicBezTo>
                  <a:pt x="78130" y="81405"/>
                  <a:pt x="77603" y="81699"/>
                  <a:pt x="77063" y="81979"/>
                </a:cubicBezTo>
                <a:cubicBezTo>
                  <a:pt x="76523" y="82260"/>
                  <a:pt x="75971" y="82525"/>
                  <a:pt x="75408" y="82777"/>
                </a:cubicBezTo>
                <a:cubicBezTo>
                  <a:pt x="74844" y="83028"/>
                  <a:pt x="74269" y="83264"/>
                  <a:pt x="73684" y="83485"/>
                </a:cubicBezTo>
                <a:cubicBezTo>
                  <a:pt x="73098" y="83706"/>
                  <a:pt x="72502" y="83912"/>
                  <a:pt x="71895" y="84103"/>
                </a:cubicBezTo>
                <a:cubicBezTo>
                  <a:pt x="71289" y="84294"/>
                  <a:pt x="70673" y="84469"/>
                  <a:pt x="70048" y="84629"/>
                </a:cubicBezTo>
                <a:cubicBezTo>
                  <a:pt x="69423" y="84788"/>
                  <a:pt x="68789" y="84932"/>
                  <a:pt x="68147" y="85061"/>
                </a:cubicBezTo>
                <a:cubicBezTo>
                  <a:pt x="67504" y="85189"/>
                  <a:pt x="66854" y="85302"/>
                  <a:pt x="66196" y="85398"/>
                </a:cubicBezTo>
                <a:cubicBezTo>
                  <a:pt x="65538" y="85495"/>
                  <a:pt x="64874" y="85575"/>
                  <a:pt x="64202" y="85640"/>
                </a:cubicBezTo>
                <a:cubicBezTo>
                  <a:pt x="63530" y="85704"/>
                  <a:pt x="62853" y="85753"/>
                  <a:pt x="62169" y="85785"/>
                </a:cubicBezTo>
                <a:cubicBezTo>
                  <a:pt x="61486" y="85817"/>
                  <a:pt x="60797" y="85833"/>
                  <a:pt x="60104" y="85833"/>
                </a:cubicBezTo>
                <a:cubicBezTo>
                  <a:pt x="59449" y="85833"/>
                  <a:pt x="58791" y="85819"/>
                  <a:pt x="58129" y="85790"/>
                </a:cubicBezTo>
                <a:cubicBezTo>
                  <a:pt x="57467" y="85761"/>
                  <a:pt x="56802" y="85718"/>
                  <a:pt x="56134" y="85661"/>
                </a:cubicBezTo>
                <a:cubicBezTo>
                  <a:pt x="55467" y="85603"/>
                  <a:pt x="54797" y="85532"/>
                  <a:pt x="54125" y="85445"/>
                </a:cubicBezTo>
                <a:cubicBezTo>
                  <a:pt x="53453" y="85359"/>
                  <a:pt x="52780" y="85259"/>
                  <a:pt x="52106" y="85145"/>
                </a:cubicBezTo>
                <a:cubicBezTo>
                  <a:pt x="51432" y="85030"/>
                  <a:pt x="50757" y="84902"/>
                  <a:pt x="50082" y="84759"/>
                </a:cubicBezTo>
                <a:cubicBezTo>
                  <a:pt x="49406" y="84617"/>
                  <a:pt x="48732" y="84461"/>
                  <a:pt x="48057" y="84290"/>
                </a:cubicBezTo>
                <a:cubicBezTo>
                  <a:pt x="47383" y="84120"/>
                  <a:pt x="46709" y="83936"/>
                  <a:pt x="46037" y="83739"/>
                </a:cubicBezTo>
                <a:cubicBezTo>
                  <a:pt x="45365" y="83541"/>
                  <a:pt x="44695" y="83330"/>
                  <a:pt x="44027" y="83106"/>
                </a:cubicBezTo>
                <a:cubicBezTo>
                  <a:pt x="43359" y="82881"/>
                  <a:pt x="42694" y="82644"/>
                  <a:pt x="42031" y="82393"/>
                </a:cubicBezTo>
                <a:cubicBezTo>
                  <a:pt x="41369" y="82142"/>
                  <a:pt x="40710" y="81879"/>
                  <a:pt x="40055" y="81602"/>
                </a:cubicBezTo>
                <a:cubicBezTo>
                  <a:pt x="39399" y="81326"/>
                  <a:pt x="38749" y="81037"/>
                  <a:pt x="38102" y="80735"/>
                </a:cubicBezTo>
                <a:cubicBezTo>
                  <a:pt x="37456" y="80434"/>
                  <a:pt x="36814" y="80120"/>
                  <a:pt x="36178" y="79794"/>
                </a:cubicBezTo>
                <a:cubicBezTo>
                  <a:pt x="35542" y="79469"/>
                  <a:pt x="34912" y="79131"/>
                  <a:pt x="34287" y="78782"/>
                </a:cubicBezTo>
                <a:cubicBezTo>
                  <a:pt x="33663" y="78432"/>
                  <a:pt x="33045" y="78072"/>
                  <a:pt x="32434" y="77700"/>
                </a:cubicBezTo>
                <a:cubicBezTo>
                  <a:pt x="31824" y="77328"/>
                  <a:pt x="31220" y="76945"/>
                  <a:pt x="30624" y="76551"/>
                </a:cubicBezTo>
                <a:cubicBezTo>
                  <a:pt x="30028" y="76157"/>
                  <a:pt x="29440" y="75753"/>
                  <a:pt x="28860" y="75338"/>
                </a:cubicBezTo>
                <a:cubicBezTo>
                  <a:pt x="28280" y="74923"/>
                  <a:pt x="27709" y="74499"/>
                  <a:pt x="27147" y="74064"/>
                </a:cubicBezTo>
                <a:cubicBezTo>
                  <a:pt x="26585" y="73630"/>
                  <a:pt x="26032" y="73186"/>
                  <a:pt x="25489" y="72732"/>
                </a:cubicBezTo>
                <a:cubicBezTo>
                  <a:pt x="24946" y="72279"/>
                  <a:pt x="24413" y="71817"/>
                  <a:pt x="23890" y="71346"/>
                </a:cubicBezTo>
                <a:cubicBezTo>
                  <a:pt x="23368" y="70875"/>
                  <a:pt x="22856" y="70396"/>
                  <a:pt x="22354" y="69908"/>
                </a:cubicBezTo>
                <a:cubicBezTo>
                  <a:pt x="21853" y="69420"/>
                  <a:pt x="21364" y="68925"/>
                  <a:pt x="20885" y="68422"/>
                </a:cubicBezTo>
                <a:cubicBezTo>
                  <a:pt x="20407" y="67919"/>
                  <a:pt x="19940" y="67409"/>
                  <a:pt x="19486" y="66892"/>
                </a:cubicBezTo>
                <a:cubicBezTo>
                  <a:pt x="19032" y="66375"/>
                  <a:pt x="18590" y="65851"/>
                  <a:pt x="18160" y="65321"/>
                </a:cubicBezTo>
                <a:cubicBezTo>
                  <a:pt x="17731" y="64791"/>
                  <a:pt x="17315" y="64255"/>
                  <a:pt x="16911" y="63713"/>
                </a:cubicBezTo>
                <a:cubicBezTo>
                  <a:pt x="16508" y="63171"/>
                  <a:pt x="16118" y="62624"/>
                  <a:pt x="15742" y="62072"/>
                </a:cubicBezTo>
                <a:cubicBezTo>
                  <a:pt x="15366" y="61520"/>
                  <a:pt x="15004" y="60963"/>
                  <a:pt x="14655" y="60402"/>
                </a:cubicBezTo>
                <a:cubicBezTo>
                  <a:pt x="14307" y="59841"/>
                  <a:pt x="13973" y="59276"/>
                  <a:pt x="13654" y="58707"/>
                </a:cubicBezTo>
                <a:cubicBezTo>
                  <a:pt x="13334" y="58138"/>
                  <a:pt x="13030" y="57566"/>
                  <a:pt x="12740" y="56991"/>
                </a:cubicBezTo>
                <a:cubicBezTo>
                  <a:pt x="12450" y="56416"/>
                  <a:pt x="12175" y="55838"/>
                  <a:pt x="11915" y="55258"/>
                </a:cubicBezTo>
                <a:cubicBezTo>
                  <a:pt x="11656" y="54678"/>
                  <a:pt x="11412" y="54096"/>
                  <a:pt x="11183" y="53512"/>
                </a:cubicBezTo>
                <a:cubicBezTo>
                  <a:pt x="10954" y="52929"/>
                  <a:pt x="10741" y="52344"/>
                  <a:pt x="10544" y="51758"/>
                </a:cubicBezTo>
                <a:cubicBezTo>
                  <a:pt x="10347" y="51173"/>
                  <a:pt x="10165" y="50586"/>
                  <a:pt x="10000" y="50000"/>
                </a:cubicBezTo>
                <a:cubicBezTo>
                  <a:pt x="9844" y="49448"/>
                  <a:pt x="9703" y="48897"/>
                  <a:pt x="9576" y="48346"/>
                </a:cubicBezTo>
                <a:cubicBezTo>
                  <a:pt x="9449" y="47795"/>
                  <a:pt x="9337" y="47245"/>
                  <a:pt x="9239" y="46696"/>
                </a:cubicBezTo>
                <a:cubicBezTo>
                  <a:pt x="9141" y="46147"/>
                  <a:pt x="9057" y="45599"/>
                  <a:pt x="8988" y="45053"/>
                </a:cubicBezTo>
                <a:cubicBezTo>
                  <a:pt x="8919" y="44506"/>
                  <a:pt x="8865" y="43962"/>
                  <a:pt x="8825" y="43420"/>
                </a:cubicBezTo>
                <a:cubicBezTo>
                  <a:pt x="8785" y="42878"/>
                  <a:pt x="8760" y="42338"/>
                  <a:pt x="8749" y="41801"/>
                </a:cubicBezTo>
                <a:cubicBezTo>
                  <a:pt x="8739" y="41264"/>
                  <a:pt x="8743" y="40731"/>
                  <a:pt x="8762" y="40200"/>
                </a:cubicBezTo>
                <a:cubicBezTo>
                  <a:pt x="8781" y="39670"/>
                  <a:pt x="8814" y="39143"/>
                  <a:pt x="8862" y="38620"/>
                </a:cubicBezTo>
                <a:cubicBezTo>
                  <a:pt x="8910" y="38097"/>
                  <a:pt x="8973" y="37578"/>
                  <a:pt x="9050" y="37064"/>
                </a:cubicBezTo>
                <a:cubicBezTo>
                  <a:pt x="9127" y="36549"/>
                  <a:pt x="9219" y="36040"/>
                  <a:pt x="9325" y="35535"/>
                </a:cubicBezTo>
                <a:cubicBezTo>
                  <a:pt x="9432" y="35031"/>
                  <a:pt x="9552" y="34531"/>
                  <a:pt x="9687" y="34038"/>
                </a:cubicBezTo>
                <a:cubicBezTo>
                  <a:pt x="9822" y="33544"/>
                  <a:pt x="9972" y="33056"/>
                  <a:pt x="10135" y="32574"/>
                </a:cubicBezTo>
                <a:cubicBezTo>
                  <a:pt x="10299" y="32092"/>
                  <a:pt x="10476" y="31616"/>
                  <a:pt x="10668" y="31147"/>
                </a:cubicBezTo>
                <a:cubicBezTo>
                  <a:pt x="10860" y="30678"/>
                  <a:pt x="11065" y="30216"/>
                  <a:pt x="11284" y="29761"/>
                </a:cubicBezTo>
                <a:cubicBezTo>
                  <a:pt x="11504" y="29306"/>
                  <a:pt x="11737" y="28858"/>
                  <a:pt x="11984" y="28418"/>
                </a:cubicBezTo>
                <a:cubicBezTo>
                  <a:pt x="12230" y="27978"/>
                  <a:pt x="12490" y="27545"/>
                  <a:pt x="12764" y="27121"/>
                </a:cubicBezTo>
                <a:cubicBezTo>
                  <a:pt x="13037" y="26696"/>
                  <a:pt x="13324" y="26280"/>
                  <a:pt x="13623" y="25872"/>
                </a:cubicBezTo>
                <a:close/>
              </a:path>
              <a:path w="100000" h="100000" fill="none">
                <a:moveTo>
                  <a:pt x="10000" y="50000"/>
                </a:moveTo>
                <a:cubicBezTo>
                  <a:pt x="4420" y="30210"/>
                  <a:pt x="17805" y="14167"/>
                  <a:pt x="39896" y="14167"/>
                </a:cubicBezTo>
                <a:cubicBezTo>
                  <a:pt x="61988" y="14167"/>
                  <a:pt x="84420" y="30210"/>
                  <a:pt x="90000" y="50000"/>
                </a:cubicBezTo>
                <a:cubicBezTo>
                  <a:pt x="95580" y="69790"/>
                  <a:pt x="82195" y="85833"/>
                  <a:pt x="60104" y="85833"/>
                </a:cubicBezTo>
                <a:cubicBezTo>
                  <a:pt x="38012" y="85833"/>
                  <a:pt x="15580" y="69790"/>
                  <a:pt x="10000" y="50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relative-evenodd"/>
          <p:cNvSpPr/>
          <p:nvPr/>
        </p:nvSpPr>
        <p:spPr>
          <a:xfrm>
            <a:off x="3401568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9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lnTo>
                  <a:pt x="10000" y="10000"/>
                </a:lnTo>
                <a:lnTo>
                  <a:pt x="90000" y="10000"/>
                </a:lnTo>
                <a:close/>
                <a:moveTo>
                  <a:pt x="30000" y="7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lnTo>
                  <a:pt x="30000" y="30000"/>
                </a:lnTo>
                <a:lnTo>
                  <a:pt x="30000" y="70000"/>
                </a:lnTo>
                <a:close/>
              </a:path>
              <a:path w="100000" h="100000" fill="none">
                <a:moveTo>
                  <a:pt x="1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close/>
                <a:moveTo>
                  <a:pt x="30000" y="3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offset-viewbox-evenodd"/>
          <p:cNvSpPr/>
          <p:nvPr/>
        </p:nvSpPr>
        <p:spPr>
          <a:xfrm>
            <a:off x="5010912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100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  <a:close/>
                <a:moveTo>
                  <a:pt x="75000" y="25000"/>
                </a:moveTo>
                <a:lnTo>
                  <a:pt x="25000" y="25000"/>
                </a:lnTo>
                <a:lnTo>
                  <a:pt x="25000" y="75000"/>
                </a:lnTo>
                <a:lnTo>
                  <a:pt x="75000" y="75000"/>
                </a:lnTo>
                <a:lnTo>
                  <a:pt x="75000" y="25000"/>
                </a:lnTo>
                <a:close/>
              </a:path>
              <a:path w="100000" h="100000" fill="none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open-fill-evenodd"/>
          <p:cNvSpPr/>
          <p:nvPr/>
        </p:nvSpPr>
        <p:spPr>
          <a:xfrm>
            <a:off x="6620256" y="1609344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 stroke="0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  <a:path w="100000" h="100000" fill="none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quare-hole-nonzero"/>
          <p:cNvSpPr/>
          <p:nvPr/>
        </p:nvSpPr>
        <p:spPr>
          <a:xfrm>
            <a:off x="182880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curved-hole-nonzero"/>
          <p:cNvSpPr/>
          <p:nvPr/>
        </p:nvSpPr>
        <p:spPr>
          <a:xfrm>
            <a:off x="1792224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cubicBezTo>
                  <a:pt x="116000" y="0"/>
                  <a:pt x="116000" y="100000"/>
                  <a:pt x="50000" y="100000"/>
                </a:cubicBezTo>
                <a:cubicBezTo>
                  <a:pt x="-16000" y="100000"/>
                  <a:pt x="-16000" y="0"/>
                  <a:pt x="50000" y="0"/>
                </a:cubicBezTo>
                <a:close/>
                <a:moveTo>
                  <a:pt x="50000" y="25000"/>
                </a:moveTo>
                <a:cubicBezTo>
                  <a:pt x="83000" y="25000"/>
                  <a:pt x="83000" y="75000"/>
                  <a:pt x="50000" y="75000"/>
                </a:cubicBezTo>
                <a:cubicBezTo>
                  <a:pt x="17000" y="75000"/>
                  <a:pt x="17000" y="25000"/>
                  <a:pt x="50000" y="25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crossing-nonzero"/>
          <p:cNvSpPr/>
          <p:nvPr/>
        </p:nvSpPr>
        <p:spPr>
          <a:xfrm>
            <a:off x="3401568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100000" y="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polygon-nonzero"/>
          <p:cNvSpPr/>
          <p:nvPr/>
        </p:nvSpPr>
        <p:spPr>
          <a:xfrm>
            <a:off x="5010912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100000" y="35000"/>
                </a:lnTo>
                <a:lnTo>
                  <a:pt x="80000" y="100000"/>
                </a:lnTo>
                <a:lnTo>
                  <a:pt x="20000" y="100000"/>
                </a:lnTo>
                <a:lnTo>
                  <a:pt x="0" y="3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overlap-nonzero"/>
          <p:cNvSpPr/>
          <p:nvPr/>
        </p:nvSpPr>
        <p:spPr>
          <a:xfrm>
            <a:off x="6620256" y="3035808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70000" y="0"/>
                </a:lnTo>
                <a:lnTo>
                  <a:pt x="70000" y="70000"/>
                </a:lnTo>
                <a:lnTo>
                  <a:pt x="0" y="70000"/>
                </a:lnTo>
                <a:close/>
                <a:moveTo>
                  <a:pt x="30000" y="30000"/>
                </a:moveTo>
                <a:lnTo>
                  <a:pt x="100000" y="30000"/>
                </a:lnTo>
                <a:lnTo>
                  <a:pt x="100000" y="100000"/>
                </a:lnTo>
                <a:lnTo>
                  <a:pt x="3000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quadratic-nonzero"/>
          <p:cNvSpPr/>
          <p:nvPr/>
        </p:nvSpPr>
        <p:spPr>
          <a:xfrm>
            <a:off x="182880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0000"/>
                </a:moveTo>
                <a:cubicBezTo>
                  <a:pt x="16667" y="3333"/>
                  <a:pt x="33333" y="3333"/>
                  <a:pt x="50000" y="50000"/>
                </a:cubicBezTo>
                <a:cubicBezTo>
                  <a:pt x="66667" y="96667"/>
                  <a:pt x="83333" y="96667"/>
                  <a:pt x="100000" y="50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arc-nonzero"/>
          <p:cNvSpPr/>
          <p:nvPr/>
        </p:nvSpPr>
        <p:spPr>
          <a:xfrm>
            <a:off x="1792224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" y="50000"/>
                </a:moveTo>
                <a:cubicBezTo>
                  <a:pt x="4420" y="30210"/>
                  <a:pt x="17805" y="14167"/>
                  <a:pt x="39896" y="14167"/>
                </a:cubicBezTo>
                <a:cubicBezTo>
                  <a:pt x="61988" y="14167"/>
                  <a:pt x="84420" y="30210"/>
                  <a:pt x="90000" y="50000"/>
                </a:cubicBezTo>
                <a:cubicBezTo>
                  <a:pt x="95580" y="69790"/>
                  <a:pt x="82195" y="85833"/>
                  <a:pt x="60104" y="85833"/>
                </a:cubicBezTo>
                <a:cubicBezTo>
                  <a:pt x="38012" y="85833"/>
                  <a:pt x="15580" y="69790"/>
                  <a:pt x="10000" y="50000"/>
                </a:cubicBez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relative-nonzero"/>
          <p:cNvSpPr/>
          <p:nvPr/>
        </p:nvSpPr>
        <p:spPr>
          <a:xfrm>
            <a:off x="3401568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" y="10000"/>
                </a:moveTo>
                <a:lnTo>
                  <a:pt x="90000" y="10000"/>
                </a:lnTo>
                <a:lnTo>
                  <a:pt x="90000" y="90000"/>
                </a:lnTo>
                <a:lnTo>
                  <a:pt x="10000" y="90000"/>
                </a:lnTo>
                <a:close/>
                <a:moveTo>
                  <a:pt x="30000" y="30000"/>
                </a:moveTo>
                <a:lnTo>
                  <a:pt x="30000" y="70000"/>
                </a:lnTo>
                <a:lnTo>
                  <a:pt x="70000" y="70000"/>
                </a:lnTo>
                <a:lnTo>
                  <a:pt x="70000" y="30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offset-viewbox-nonzero"/>
          <p:cNvSpPr/>
          <p:nvPr/>
        </p:nvSpPr>
        <p:spPr>
          <a:xfrm>
            <a:off x="5010912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  <a:moveTo>
                  <a:pt x="25000" y="25000"/>
                </a:moveTo>
                <a:lnTo>
                  <a:pt x="75000" y="25000"/>
                </a:lnTo>
                <a:lnTo>
                  <a:pt x="75000" y="75000"/>
                </a:lnTo>
                <a:lnTo>
                  <a:pt x="25000" y="75000"/>
                </a:lnTo>
                <a:close/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open-fill-nonzero"/>
          <p:cNvSpPr/>
          <p:nvPr/>
        </p:nvSpPr>
        <p:spPr>
          <a:xfrm>
            <a:off x="6620256" y="4462272"/>
            <a:ext cx="1188720" cy="1005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20000"/>
                </a:lnTo>
                <a:lnTo>
                  <a:pt x="30000" y="100000"/>
                </a:lnTo>
              </a:path>
            </a:pathLst>
          </a:custGeom>
          <a:solidFill>
            <a:srgbClr val="0B4A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2026-09-05T21:53:25Z</dcterms:created>
  <dcterms:modified xsi:type="dcterms:W3CDTF">2026-09-05T21:53:25Z</dcterms:modified>
</cp:coreProperties>
</file>