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Default Extension="fntdata" ContentType="application/x-fontdata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 embedTrueTypeFonts="1" saveSubsetFont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embeddedFontLst>
    <p:embeddedFont>
      <p:font typeface="Inter"/>
      <p:regular r:id="rId8"/>
      <p:bold r:id="rId9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8" Type="http://schemas.openxmlformats.org/officeDocument/2006/relationships/font" Target="fonts/font1.fntdata"/><Relationship Id="rId9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chool"/>
          <p:cNvSpPr/>
          <p:nvPr/>
        </p:nvSpPr>
        <p:spPr>
          <a:xfrm>
            <a:off x="0" y="0"/>
            <a:ext cx="132588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School 17</a:t>
            </a:r>
            <a:endParaRPr lang="en-US" sz="1800" dirty="0"/>
          </a:p>
        </p:txBody>
      </p:sp>
      <p:sp>
        <p:nvSpPr>
          <p:cNvPr id="3" name="marker"/>
          <p:cNvSpPr/>
          <p:nvPr/>
        </p:nvSpPr>
        <p:spPr>
          <a:xfrm>
            <a:off x="1440180" y="0"/>
            <a:ext cx="228600" cy="228600"/>
          </a:xfrm>
          <a:prstGeom prst="rect">
            <a:avLst/>
          </a:prstGeom>
          <a:solidFill>
            <a:srgbClr val="12345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2026-09-07T06:44:14Z</dcterms:created>
  <dcterms:modified xsi:type="dcterms:W3CDTF">2026-09-07T06:44:14Z</dcterms:modified>
</cp:coreProperties>
</file>