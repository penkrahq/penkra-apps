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2588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17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4018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