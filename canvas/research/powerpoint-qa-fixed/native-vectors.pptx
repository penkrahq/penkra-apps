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217920" cy="3657600"/>
  <p:notesSz cx="3657600" cy="62179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-0"/>
          <p:cNvSpPr/>
          <p:nvPr/>
        </p:nvSpPr>
        <p:spPr>
          <a:xfrm>
            <a:off x="274320" y="274320"/>
            <a:ext cx="1645920" cy="137160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100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0"/>
                </a:lnTo>
                <a:lnTo>
                  <a:pt x="100000" y="0"/>
                </a:lnTo>
                <a:close/>
                <a:moveTo>
                  <a:pt x="75000" y="25000"/>
                </a:moveTo>
                <a:lnTo>
                  <a:pt x="25000" y="25000"/>
                </a:lnTo>
                <a:lnTo>
                  <a:pt x="25000" y="75000"/>
                </a:lnTo>
                <a:lnTo>
                  <a:pt x="75000" y="75000"/>
                </a:lnTo>
                <a:lnTo>
                  <a:pt x="75000" y="25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  <a:moveTo>
                  <a:pt x="25000" y="25000"/>
                </a:moveTo>
                <a:lnTo>
                  <a:pt x="75000" y="25000"/>
                </a:lnTo>
                <a:lnTo>
                  <a:pt x="75000" y="75000"/>
                </a:lnTo>
                <a:lnTo>
                  <a:pt x="25000" y="7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vector-1"/>
          <p:cNvSpPr/>
          <p:nvPr/>
        </p:nvSpPr>
        <p:spPr>
          <a:xfrm>
            <a:off x="2286000" y="274320"/>
            <a:ext cx="1645920" cy="137160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100000"/>
                </a:moveTo>
                <a:lnTo>
                  <a:pt x="50000" y="100000"/>
                </a:lnTo>
                <a:cubicBezTo>
                  <a:pt x="-16000" y="100000"/>
                  <a:pt x="-16000" y="0"/>
                  <a:pt x="50000" y="0"/>
                </a:cubicBezTo>
                <a:cubicBezTo>
                  <a:pt x="116000" y="0"/>
                  <a:pt x="116000" y="100000"/>
                  <a:pt x="50000" y="100000"/>
                </a:cubicBezTo>
                <a:close/>
                <a:moveTo>
                  <a:pt x="50000" y="75000"/>
                </a:moveTo>
                <a:cubicBezTo>
                  <a:pt x="83000" y="75000"/>
                  <a:pt x="83000" y="25000"/>
                  <a:pt x="50000" y="25000"/>
                </a:cubicBezTo>
                <a:cubicBezTo>
                  <a:pt x="17000" y="25000"/>
                  <a:pt x="17000" y="75000"/>
                  <a:pt x="50000" y="75000"/>
                </a:cubicBezTo>
                <a:close/>
              </a:path>
              <a:path w="100000" h="100000" fill="none">
                <a:moveTo>
                  <a:pt x="50000" y="0"/>
                </a:moveTo>
                <a:cubicBezTo>
                  <a:pt x="116000" y="0"/>
                  <a:pt x="116000" y="100000"/>
                  <a:pt x="50000" y="100000"/>
                </a:cubicBezTo>
                <a:cubicBezTo>
                  <a:pt x="-16000" y="100000"/>
                  <a:pt x="-16000" y="0"/>
                  <a:pt x="50000" y="0"/>
                </a:cubicBezTo>
                <a:close/>
                <a:moveTo>
                  <a:pt x="50000" y="25000"/>
                </a:moveTo>
                <a:cubicBezTo>
                  <a:pt x="83000" y="25000"/>
                  <a:pt x="83000" y="75000"/>
                  <a:pt x="50000" y="75000"/>
                </a:cubicBezTo>
                <a:cubicBezTo>
                  <a:pt x="17000" y="75000"/>
                  <a:pt x="17000" y="25000"/>
                  <a:pt x="50000" y="25000"/>
                </a:cubicBez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vector-2"/>
          <p:cNvSpPr/>
          <p:nvPr/>
        </p:nvSpPr>
        <p:spPr>
          <a:xfrm>
            <a:off x="4297680" y="274320"/>
            <a:ext cx="1645920" cy="137160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50000"/>
                </a:moveTo>
                <a:lnTo>
                  <a:pt x="0" y="0"/>
                </a:lnTo>
                <a:lnTo>
                  <a:pt x="100000" y="0"/>
                </a:lnTo>
                <a:lnTo>
                  <a:pt x="50000" y="50000"/>
                </a:lnTo>
                <a:close/>
                <a:moveTo>
                  <a:pt x="100000" y="100000"/>
                </a:moveTo>
                <a:lnTo>
                  <a:pt x="100000" y="100000"/>
                </a:lnTo>
                <a:lnTo>
                  <a:pt x="0" y="100000"/>
                </a:lnTo>
                <a:lnTo>
                  <a:pt x="50000" y="50000"/>
                </a:lnTo>
                <a:lnTo>
                  <a:pt x="100000" y="100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100000" y="100000"/>
                </a:lnTo>
                <a:lnTo>
                  <a:pt x="0" y="100000"/>
                </a:lnTo>
                <a:lnTo>
                  <a:pt x="100000" y="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vector-3"/>
          <p:cNvSpPr/>
          <p:nvPr/>
        </p:nvSpPr>
        <p:spPr>
          <a:xfrm>
            <a:off x="274320" y="2011680"/>
            <a:ext cx="1645920" cy="137160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0"/>
                </a:moveTo>
                <a:lnTo>
                  <a:pt x="100000" y="35000"/>
                </a:lnTo>
                <a:lnTo>
                  <a:pt x="80000" y="100000"/>
                </a:lnTo>
                <a:lnTo>
                  <a:pt x="20000" y="100000"/>
                </a:lnTo>
                <a:lnTo>
                  <a:pt x="0" y="35000"/>
                </a:lnTo>
                <a:lnTo>
                  <a:pt x="50000" y="0"/>
                </a:lnTo>
                <a:close/>
              </a:path>
              <a:path w="100000" h="100000" fill="none">
                <a:moveTo>
                  <a:pt x="50000" y="0"/>
                </a:moveTo>
                <a:lnTo>
                  <a:pt x="100000" y="35000"/>
                </a:lnTo>
                <a:lnTo>
                  <a:pt x="80000" y="100000"/>
                </a:lnTo>
                <a:lnTo>
                  <a:pt x="20000" y="100000"/>
                </a:lnTo>
                <a:lnTo>
                  <a:pt x="0" y="3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vector-4"/>
          <p:cNvSpPr/>
          <p:nvPr/>
        </p:nvSpPr>
        <p:spPr>
          <a:xfrm>
            <a:off x="2286000" y="2011680"/>
            <a:ext cx="1645920" cy="137160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70000" y="0"/>
                </a:moveTo>
                <a:lnTo>
                  <a:pt x="70000" y="0"/>
                </a:lnTo>
                <a:lnTo>
                  <a:pt x="70000" y="30000"/>
                </a:lnTo>
                <a:lnTo>
                  <a:pt x="100000" y="30000"/>
                </a:lnTo>
                <a:lnTo>
                  <a:pt x="100000" y="100000"/>
                </a:lnTo>
                <a:lnTo>
                  <a:pt x="30000" y="100000"/>
                </a:lnTo>
                <a:lnTo>
                  <a:pt x="30000" y="70000"/>
                </a:lnTo>
                <a:lnTo>
                  <a:pt x="0" y="70000"/>
                </a:lnTo>
                <a:lnTo>
                  <a:pt x="0" y="0"/>
                </a:lnTo>
                <a:lnTo>
                  <a:pt x="70000" y="0"/>
                </a:lnTo>
                <a:close/>
                <a:moveTo>
                  <a:pt x="70000" y="70000"/>
                </a:moveTo>
                <a:lnTo>
                  <a:pt x="70000" y="30000"/>
                </a:lnTo>
                <a:lnTo>
                  <a:pt x="30000" y="30000"/>
                </a:lnTo>
                <a:lnTo>
                  <a:pt x="30000" y="70000"/>
                </a:lnTo>
                <a:lnTo>
                  <a:pt x="70000" y="70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70000" y="0"/>
                </a:lnTo>
                <a:lnTo>
                  <a:pt x="70000" y="70000"/>
                </a:lnTo>
                <a:lnTo>
                  <a:pt x="0" y="70000"/>
                </a:lnTo>
                <a:close/>
                <a:moveTo>
                  <a:pt x="30000" y="30000"/>
                </a:moveTo>
                <a:lnTo>
                  <a:pt x="100000" y="30000"/>
                </a:lnTo>
                <a:lnTo>
                  <a:pt x="100000" y="100000"/>
                </a:lnTo>
                <a:lnTo>
                  <a:pt x="30000" y="100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2026-09-05T17:20:41Z</dcterms:created>
  <dcterms:modified xsi:type="dcterms:W3CDTF">2026-09-05T17:20:41Z</dcterms:modified>
</cp:coreProperties>
</file>