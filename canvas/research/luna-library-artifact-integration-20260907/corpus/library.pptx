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4000500" cy="2286000"/>
  <p:notesSz cx="2286000" cy="40005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qualified-variable"/>
          <p:cNvSpPr/>
          <p:nvPr/>
        </p:nvSpPr>
        <p:spPr>
          <a:xfrm>
            <a:off x="114300" y="114300"/>
            <a:ext cx="666750" cy="3810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lide-qualified-style"/>
          <p:cNvSpPr/>
          <p:nvPr/>
        </p:nvSpPr>
        <p:spPr>
          <a:xfrm>
            <a:off x="876300" y="11430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34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style</a:t>
            </a:r>
            <a:endParaRPr lang="en-US" sz="1350" dirty="0"/>
          </a:p>
        </p:txBody>
      </p:sp>
      <p:sp>
        <p:nvSpPr>
          <p:cNvPr id="4" name="slide-card"/>
          <p:cNvSpPr/>
          <p:nvPr/>
        </p:nvSpPr>
        <p:spPr>
          <a:xfrm>
            <a:off x="114300" y="619125"/>
            <a:ext cx="1333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lide-card/card-rectangle"/>
          <p:cNvSpPr/>
          <p:nvPr/>
        </p:nvSpPr>
        <p:spPr>
          <a:xfrm>
            <a:off x="114300" y="619125"/>
            <a:ext cx="1333500" cy="66675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lide-card/card-label"/>
          <p:cNvSpPr/>
          <p:nvPr/>
        </p:nvSpPr>
        <p:spPr>
          <a:xfrm>
            <a:off x="190500" y="6953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34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card</a:t>
            </a:r>
            <a:endParaRPr lang="en-US" sz="1350" dirty="0"/>
          </a:p>
        </p:txBody>
      </p:sp>
      <p:sp>
        <p:nvSpPr>
          <p:cNvPr id="7" name="slide-dark-slot"/>
          <p:cNvSpPr/>
          <p:nvPr/>
        </p:nvSpPr>
        <p:spPr>
          <a:xfrm>
            <a:off x="1619250" y="619125"/>
            <a:ext cx="1333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lide-dark-card"/>
          <p:cNvSpPr/>
          <p:nvPr/>
        </p:nvSpPr>
        <p:spPr>
          <a:xfrm>
            <a:off x="1619250" y="619125"/>
            <a:ext cx="1333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lide-dark-card/card-rectangle"/>
          <p:cNvSpPr/>
          <p:nvPr/>
        </p:nvSpPr>
        <p:spPr>
          <a:xfrm>
            <a:off x="1619250" y="619125"/>
            <a:ext cx="1333500" cy="666750"/>
          </a:xfrm>
          <a:prstGeom prst="rect">
            <a:avLst/>
          </a:prstGeom>
          <a:solidFill>
            <a:srgbClr val="ABC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lide-dark-card/card-label"/>
          <p:cNvSpPr/>
          <p:nvPr/>
        </p:nvSpPr>
        <p:spPr>
          <a:xfrm>
            <a:off x="1695450" y="6953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BC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card</a:t>
            </a:r>
            <a:endParaRPr lang="en-US" sz="1350" dirty="0"/>
          </a:p>
        </p:txBody>
      </p:sp>
      <p:sp>
        <p:nvSpPr>
          <p:cNvPr id="11" name="slide-local-text"/>
          <p:cNvSpPr/>
          <p:nvPr/>
        </p:nvSpPr>
        <p:spPr>
          <a:xfrm>
            <a:off x="114300" y="142875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style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2026-09-07T08:40:55Z</dcterms:created>
  <dcterms:modified xsi:type="dcterms:W3CDTF">2026-09-07T08:40:55Z</dcterms:modified>
</cp:coreProperties>
</file>